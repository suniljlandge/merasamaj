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70" r:id="rId9"/>
    <p:sldId id="271" r:id="rId10"/>
    <p:sldId id="262" r:id="rId11"/>
    <p:sldId id="268" r:id="rId12"/>
    <p:sldId id="264" r:id="rId13"/>
    <p:sldId id="265" r:id="rId14"/>
    <p:sldId id="266" r:id="rId15"/>
    <p:sldId id="272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030" autoAdjust="0"/>
  </p:normalViewPr>
  <p:slideViewPr>
    <p:cSldViewPr snapToGrid="0" snapToObjects="1">
      <p:cViewPr>
        <p:scale>
          <a:sx n="55" d="100"/>
          <a:sy n="55" d="100"/>
        </p:scale>
        <p:origin x="1600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36" y="457200"/>
            <a:ext cx="1778128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76809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SAMAJ App</a:t>
            </a:r>
          </a:p>
          <a:p>
            <a:pPr algn="ctr"/>
            <a:br>
              <a:rPr dirty="0"/>
            </a:br>
            <a:r>
              <a:rPr dirty="0"/>
              <a:t>From Paper Lists to a Single Digital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EE7B7"/>
                </a:solidFill>
              </a:defRPr>
            </a:pPr>
            <a:r>
              <a:t>Maheshwari Samaj  •  Project Lifecycle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80015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Problems with Paper / Excel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Wrong addresses – once printed, never updated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Painful data updates – changing one phone number</a:t>
            </a:r>
            <a:r>
              <a:rPr lang="en-US" dirty="0"/>
              <a:t> </a:t>
            </a:r>
            <a:r>
              <a:rPr dirty="0"/>
              <a:t>means hunting through multiple </a:t>
            </a:r>
            <a:r>
              <a:rPr lang="en-US" dirty="0"/>
              <a:t>  </a:t>
            </a:r>
            <a:r>
              <a:rPr dirty="0"/>
              <a:t>pages/sheets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Mismatched data – different copies have different info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No easy way to search for a member or family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Communication gap – no quick way to reach all members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Lost records – papers get damaged, files get corrupted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Marathi spelling errors in manual entries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No family connections visible (who is related to whom)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❌  Duplicate entries across different registers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FED93-E984-962A-9FEB-5E778FC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D4650-CDA5-8BCE-8F80-198D3D759D76}"/>
              </a:ext>
            </a:extLst>
          </p:cNvPr>
          <p:cNvSpPr txBox="1"/>
          <p:nvPr/>
        </p:nvSpPr>
        <p:spPr>
          <a:xfrm>
            <a:off x="3304598" y="182880"/>
            <a:ext cx="25347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rPr dirty="0"/>
              <a:t>Before (</a:t>
            </a:r>
            <a:r>
              <a:rPr lang="en-US" dirty="0"/>
              <a:t>Old </a:t>
            </a:r>
            <a:r>
              <a:rPr dirty="0"/>
              <a:t>Paper/Excel)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0F2B10-E483-9AB8-8D7F-827325DB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807719"/>
            <a:ext cx="8595360" cy="567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4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80015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F46"/>
                </a:solidFill>
              </a:defRPr>
            </a:pPr>
            <a:r>
              <a:t>How SAMAJ App Solves These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One single record – update once, visible everywhere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Instant search – find any member by name, area, or mobile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Always correct – members can update their own details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Auto Marathi spelling – type in English, get correct Marathi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Family tree – see all family connections visually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WhatsApp messages – reach the whole community in one click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Safe &amp; backed up – data stored securely in the cloud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No duplicates – system detects repeated entries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✅  Access from anywhere – phone, tablet, or computer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Before (Paper/Excel)                    →                    After (SAMAJ App)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Address wrong for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100584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0584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Member updates own address anytime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Phone number change = chaos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2880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82880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One edit updates everywhere 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5176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5 different lists with different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65176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65176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Single source of truth for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47472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Search = flip through 100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47472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47472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Type a name → find in 1 second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9768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Communication = phone tree / postal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9768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29768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rPr dirty="0"/>
              <a:t>✅  WhatsApp message to all in one 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12064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Marathi spelling mistakes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12064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512064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Auto-correct English to Marathi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943600"/>
            <a:ext cx="41148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DC2626"/>
                </a:solidFill>
              </a:defRPr>
            </a:pPr>
            <a:r>
              <a:t>❌  No idea who is related to whom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943600"/>
            <a:ext cx="3657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5943600"/>
            <a:ext cx="41148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065F46"/>
                </a:solidFill>
              </a:defRPr>
            </a:pPr>
            <a:r>
              <a:t>✅  Visual family tree for every family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1: Initiation – Why We Started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023" y="1114642"/>
            <a:ext cx="494817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• Goal: Replace paper registers with a single digital system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that the whole Samaj can use</a:t>
            </a:r>
            <a:endParaRPr lang="en-US" sz="1500"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 sz="1500"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• Problems we wanted to solve: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Outdated address/phone lists causing delivery failures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Hours wasted updating records manually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No way to quickly contact all members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Marathi spelling inconsistencies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No visibility of family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endParaRPr sz="1500" dirty="0"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• What we promised to deliver: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Online registration form (English + Marathi)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Searchable member directory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Family tree for every household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WhatsApp-based communication tool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sz="1500" dirty="0"/>
              <a:t>  – Self-registration so members can join themselves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3657600" cy="34747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rPr dirty="0"/>
              <a:t>📷 Screenshot:</a:t>
            </a:r>
            <a:br>
              <a:rPr dirty="0"/>
            </a:br>
            <a:r>
              <a:rPr dirty="0"/>
              <a:t>Login Page</a:t>
            </a:r>
            <a:br>
              <a:rPr dirty="0"/>
            </a:br>
            <a:r>
              <a:rPr dirty="0"/>
              <a:t>(Simple mobile OTP login</a:t>
            </a:r>
            <a:br>
              <a:rPr dirty="0"/>
            </a:br>
            <a:r>
              <a:rPr dirty="0"/>
              <a:t>for community members)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CDA6FD-B73B-2D02-47F9-BE0B005D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625" y="1365812"/>
            <a:ext cx="3802910" cy="4745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2: Planning – How We Organized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93776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• We broke the project into clear parts: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1. Registration Form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Collect family details in English &amp; Marathi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2. Member Directory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Search and browse all members easily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3. Family Tree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Show who belongs to which family visually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4. Communication (WhatsApp)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Send announcements to all members at once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5. Self-Registration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Let members register themselves from home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6. Reports &amp; ID Cards</a:t>
            </a:r>
          </a:p>
          <a:p>
            <a:pPr>
              <a:spcBef>
                <a:spcPts val="200"/>
              </a:spcBef>
              <a:defRPr sz="1500">
                <a:solidFill>
                  <a:srgbClr val="1E293B"/>
                </a:solidFill>
              </a:defRPr>
            </a:pPr>
            <a:r>
              <a:rPr dirty="0"/>
              <a:t>     – Generate address lists, PDF cards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15E50-4FFA-FCD9-EF99-4E44A6A17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493" y="1511413"/>
            <a:ext cx="4088178" cy="45666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89658-C5A1-5D86-AC0B-9553681B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F22A53-46C5-201E-FFD8-F8611D75FF74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6D7E7-91C6-9299-1134-0771BC453AD2}"/>
              </a:ext>
            </a:extLst>
          </p:cNvPr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Phase 2: Planning – How We Organized the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3371F-7D19-0C70-70BD-03D2A78C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16" t="48368" r="27595"/>
          <a:stretch>
            <a:fillRect/>
          </a:stretch>
        </p:blipFill>
        <p:spPr>
          <a:xfrm>
            <a:off x="0" y="984719"/>
            <a:ext cx="9144000" cy="587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3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EA5D-6149-2501-3BF3-960F4358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8B730D-2FFA-F625-66B4-EE2F0AC17DE0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CA6BB-ABD2-8184-761F-BC929E7A9C0D}"/>
              </a:ext>
            </a:extLst>
          </p:cNvPr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Phase 2: Planning – How We Organized the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44790B-5DC5-86E0-2185-06B0EEABF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63" t="38021" r="30681" b="6011"/>
          <a:stretch>
            <a:fillRect/>
          </a:stretch>
        </p:blipFill>
        <p:spPr>
          <a:xfrm>
            <a:off x="0" y="1097280"/>
            <a:ext cx="9144000" cy="622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0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3: Execution – Building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973" y="1143615"/>
            <a:ext cx="4937760" cy="571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• What was built and delivered: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Registration system with automatic Marathi translation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  – Type 'Washim' → get '</a:t>
            </a:r>
            <a:r>
              <a:rPr sz="1400" dirty="0" err="1"/>
              <a:t>वाशिम</a:t>
            </a:r>
            <a:r>
              <a:rPr sz="1400" dirty="0"/>
              <a:t>'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Member Directory – search by name, area, mobile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  – Find anyone in the community in seconds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Family Tree – visual map of family connections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  – See parents, children, siblings at a glance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WhatsApp Campaigns – send messages to everyone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  – Festival wishes, meeting notices, event updates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Self-Registration – members join from their phone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  – Admin reviews and approves new entries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sz="1400" dirty="0"/>
              <a:t>  ✓ ID Cards &amp; Reports – downloadable PDF cards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FDD3B7-E5D4-7310-58FA-A2028F97B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733" y="1504709"/>
            <a:ext cx="3991542" cy="4580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62961-611F-5FBF-D1C8-BABFF083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EED8EF-32DD-96C1-6132-1332481511CD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D3117-C6E4-1CB2-AA79-7421A7FE11BD}"/>
              </a:ext>
            </a:extLst>
          </p:cNvPr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3: Execution – App Screens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D11308-DE2C-5CFE-1460-DB1488835C9F}"/>
              </a:ext>
            </a:extLst>
          </p:cNvPr>
          <p:cNvSpPr/>
          <p:nvPr/>
        </p:nvSpPr>
        <p:spPr>
          <a:xfrm>
            <a:off x="274320" y="1371600"/>
            <a:ext cx="4114800" cy="237744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rPr dirty="0"/>
              <a:t>📷 Screenshot:</a:t>
            </a:r>
            <a:br>
              <a:rPr dirty="0"/>
            </a:br>
            <a:r>
              <a:rPr dirty="0"/>
              <a:t>Family Tree</a:t>
            </a:r>
            <a:br>
              <a:rPr dirty="0"/>
            </a:br>
            <a:r>
              <a:rPr dirty="0"/>
              <a:t>(Visual family map)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26EE571-650A-7D12-EF24-42A3255951E3}"/>
              </a:ext>
            </a:extLst>
          </p:cNvPr>
          <p:cNvSpPr/>
          <p:nvPr/>
        </p:nvSpPr>
        <p:spPr>
          <a:xfrm>
            <a:off x="4754880" y="1371600"/>
            <a:ext cx="4114800" cy="237744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📷 Screenshot:</a:t>
            </a:r>
            <a:br/>
            <a:r>
              <a:t>Campaign Manager</a:t>
            </a:r>
            <a:br/>
            <a:r>
              <a:t>(Send WhatsApp to all)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4916AB-126A-6BD9-24A5-92D1D4EC2B54}"/>
              </a:ext>
            </a:extLst>
          </p:cNvPr>
          <p:cNvSpPr/>
          <p:nvPr/>
        </p:nvSpPr>
        <p:spPr>
          <a:xfrm>
            <a:off x="274320" y="4023360"/>
            <a:ext cx="4114800" cy="237744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📷 Screenshot:</a:t>
            </a:r>
            <a:br/>
            <a:r>
              <a:t>Self-Registration</a:t>
            </a:r>
            <a:br/>
            <a:r>
              <a:t>(Members join from phone)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35FECD-CB6E-A244-A9FE-59B0AB78FED4}"/>
              </a:ext>
            </a:extLst>
          </p:cNvPr>
          <p:cNvSpPr/>
          <p:nvPr/>
        </p:nvSpPr>
        <p:spPr>
          <a:xfrm>
            <a:off x="4754880" y="4023360"/>
            <a:ext cx="4114800" cy="237744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📷 Screenshot:</a:t>
            </a:r>
            <a:br/>
            <a:r>
              <a:t>Reports &amp; Data</a:t>
            </a:r>
            <a:br/>
            <a:r>
              <a:t>(Address lists, exports)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51535-67B2-A98A-F13D-1DBBF8A1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" y="1325880"/>
            <a:ext cx="9094033" cy="51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3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4: Data Collection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005" y="1207239"/>
            <a:ext cx="493776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• How we keep data accurate and up-to-date: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📋 Operator activity tracking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We can see who registered how many families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🔍 Duplicate detection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System warns if a member is entered twice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✏️ Self-correction by members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Members update their own address/phone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Admin approves changes before they go live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📊 Message delivery reports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See which WhatsApp messages were delivered/read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🛡️ Data safety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Cloud backup – no risk of lost papers or crashed computers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rPr sz="1400" dirty="0"/>
              <a:t>     – Only authorized people can make changes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566B94-D19F-8A76-F39A-1214C418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466" y="1188720"/>
            <a:ext cx="2953162" cy="876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984D78-2815-985C-D838-4AD727E2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65" t="7178" r="8259" b="8305"/>
          <a:stretch>
            <a:fillRect/>
          </a:stretch>
        </p:blipFill>
        <p:spPr>
          <a:xfrm>
            <a:off x="5370653" y="2065142"/>
            <a:ext cx="3326976" cy="20091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E89D48-5D29-11B2-2B34-07324B9C3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26695"/>
            <a:ext cx="4456253" cy="2324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5: Final – What the Community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93776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Delivered to the community: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📱 Working app accessible from any device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📖 Complete member directory with search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🌳 Family tree for every household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💬 WhatsApp communication channel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📝 Self-registration for new members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🪪 Downloadable </a:t>
            </a:r>
            <a:r>
              <a:rPr lang="en-US" dirty="0"/>
              <a:t>List</a:t>
            </a:r>
            <a:r>
              <a:rPr dirty="0"/>
              <a:t>(PDF)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📊 Address and area-wise reports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Handover &amp; Training: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– Operators trained on data entry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– Admins trained on approvals &amp; campaigns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  – Members guided on self-registration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Ongoing maintenance &amp; future additions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9626F8-A489-0374-E72A-833A17D7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92"/>
          <a:stretch>
            <a:fillRect/>
          </a:stretch>
        </p:blipFill>
        <p:spPr>
          <a:xfrm>
            <a:off x="4503709" y="1342145"/>
            <a:ext cx="4536119" cy="41737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80015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F46"/>
                </a:solidFill>
              </a:defRPr>
            </a:pPr>
            <a:r>
              <a:t>Future Benefits for Our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lang="en-US" dirty="0"/>
              <a:t>🌳  Preserve family history – visual family tree for generations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br>
              <a:rPr lang="en-US" dirty="0"/>
            </a:br>
            <a:r>
              <a:rPr dirty="0"/>
              <a:t>🎯  Accurate records – no more wrong addresses or phone numbers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⚡  Instant updates – change once, updated everywhere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🔍  Find anyone – search by name, village, area in seconds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💬  Better communication – WhatsApp notices reach everyone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📱  Access from anywhere – no need to visit office for info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🤝  Member self-service – register, update, view from home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📈  Growth-ready – as community grows, system scales with it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dirty="0"/>
              <a:t>🔒  Safe data – no lost papers, no corrupted files, cloud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AEB2B-76E5-A858-51CB-270BF5A2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>
            <a:extLst>
              <a:ext uri="{FF2B5EF4-FFF2-40B4-BE49-F238E27FC236}">
                <a16:creationId xmlns:a16="http://schemas.microsoft.com/office/drawing/2014/main" id="{974CC010-4E00-C32E-28D9-7F45796D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800158" cy="822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140FC-5E95-4EDE-32F5-ED6BDF1D1853}"/>
              </a:ext>
            </a:extLst>
          </p:cNvPr>
          <p:cNvSpPr txBox="1"/>
          <p:nvPr/>
        </p:nvSpPr>
        <p:spPr>
          <a:xfrm>
            <a:off x="457200" y="657443"/>
            <a:ext cx="8229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600">
                <a:solidFill>
                  <a:srgbClr val="1E293B"/>
                </a:solidFill>
              </a:defRPr>
            </a:pPr>
            <a:r>
              <a:rPr lang="en-US" sz="7200" dirty="0"/>
              <a:t>For Live App Demo</a:t>
            </a:r>
            <a:br>
              <a:rPr lang="en-US" sz="7200" dirty="0"/>
            </a:br>
            <a:r>
              <a:rPr lang="en-US" sz="7200" dirty="0"/>
              <a:t>Visit</a:t>
            </a:r>
            <a:br>
              <a:rPr lang="en-US" sz="7200" dirty="0"/>
            </a:br>
            <a:r>
              <a:rPr lang="en-US" sz="7200" dirty="0" err="1"/>
              <a:t>samaj.fly.dev</a:t>
            </a:r>
            <a:endParaRPr sz="7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1EA68-7538-657C-7234-209758152466}"/>
              </a:ext>
            </a:extLst>
          </p:cNvPr>
          <p:cNvSpPr txBox="1"/>
          <p:nvPr/>
        </p:nvSpPr>
        <p:spPr>
          <a:xfrm>
            <a:off x="141139" y="4253521"/>
            <a:ext cx="88617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For More Details Contact</a:t>
            </a:r>
            <a:r>
              <a:rPr lang="en-US" sz="2800" dirty="0"/>
              <a:t>  – 	</a:t>
            </a:r>
            <a:r>
              <a:rPr lang="en-US" sz="3200" b="1" dirty="0"/>
              <a:t>Govind Malpani  7249333373</a:t>
            </a:r>
            <a:endParaRPr lang="en-US" sz="2800" b="1" dirty="0"/>
          </a:p>
          <a:p>
            <a:pPr algn="ctr"/>
            <a:r>
              <a:rPr lang="en-US" sz="2800" dirty="0"/>
              <a:t>								</a:t>
            </a:r>
            <a:r>
              <a:rPr lang="en-US" sz="3200" b="1" dirty="0"/>
              <a:t>Sumit Chandak   9922412445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4404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heshwariSa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42" y="731520"/>
            <a:ext cx="1600315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76809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धन्यवाद</a:t>
            </a:r>
            <a:r>
              <a:rPr dirty="0"/>
              <a:t>!</a:t>
            </a:r>
          </a:p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A2C0B-289B-8F1D-01C0-5C89EC0E61F2}"/>
              </a:ext>
            </a:extLst>
          </p:cNvPr>
          <p:cNvSpPr txBox="1"/>
          <p:nvPr/>
        </p:nvSpPr>
        <p:spPr>
          <a:xfrm>
            <a:off x="141139" y="4253521"/>
            <a:ext cx="88617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For More Details Contact</a:t>
            </a:r>
            <a:r>
              <a:rPr lang="en-US" sz="2800" dirty="0">
                <a:solidFill>
                  <a:schemeClr val="bg1"/>
                </a:solidFill>
              </a:rPr>
              <a:t>  – 	</a:t>
            </a:r>
            <a:r>
              <a:rPr lang="en-US" sz="3200" b="1" dirty="0">
                <a:solidFill>
                  <a:schemeClr val="bg1"/>
                </a:solidFill>
              </a:rPr>
              <a:t>Govind Malpani  7249333373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								</a:t>
            </a:r>
            <a:r>
              <a:rPr lang="en-US" sz="3200" b="1" dirty="0">
                <a:solidFill>
                  <a:schemeClr val="bg1"/>
                </a:solidFill>
              </a:rPr>
              <a:t>Sumit Chandak   9922412445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1132</Words>
  <Application>Microsoft Office PowerPoint</Application>
  <PresentationFormat>On-screen Show (4:3)</PresentationFormat>
  <Paragraphs>170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Govind Malpani</cp:lastModifiedBy>
  <cp:revision>12</cp:revision>
  <dcterms:created xsi:type="dcterms:W3CDTF">2013-01-27T09:14:16Z</dcterms:created>
  <dcterms:modified xsi:type="dcterms:W3CDTF">2026-06-22T10:29:21Z</dcterms:modified>
  <cp:category/>
</cp:coreProperties>
</file>